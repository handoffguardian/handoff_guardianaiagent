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92de13dc446fe" /><Relationship Type="http://schemas.openxmlformats.org/officeDocument/2006/relationships/extended-properties" Target="/docProps/app.xml" Id="R6601981af974483d" /><Relationship Type="http://schemas.openxmlformats.org/officeDocument/2006/relationships/officeDocument" Target="/ppt/presentation.xml" Id="R914dc13d0985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bb3b1ba5a4ea9"/>
  </p:sldMasterIdLst>
  <p:notesMasterIdLst>
    <p:notesMasterId xmlns:r="http://schemas.openxmlformats.org/officeDocument/2006/relationships" r:id="Rbc51134fcecb4a35"/>
  </p:notesMasterIdLst>
  <p:sldIdLst>
    <p:sldId xmlns:r="http://schemas.openxmlformats.org/officeDocument/2006/relationships" id="256" r:id="R587f57183d854056"/>
    <p:sldId xmlns:r="http://schemas.openxmlformats.org/officeDocument/2006/relationships" id="257" r:id="R6a3297298f9f401c"/>
    <p:sldId xmlns:r="http://schemas.openxmlformats.org/officeDocument/2006/relationships" id="258" r:id="Rb7722d0464bd494d"/>
    <p:sldId xmlns:r="http://schemas.openxmlformats.org/officeDocument/2006/relationships" id="259" r:id="R4b5afd35197044fd"/>
    <p:sldId xmlns:r="http://schemas.openxmlformats.org/officeDocument/2006/relationships" id="260" r:id="Re815df6a0ca746ce"/>
    <p:sldId xmlns:r="http://schemas.openxmlformats.org/officeDocument/2006/relationships" id="261" r:id="Rf3ce04b0bfa24a1d"/>
    <p:sldId xmlns:r="http://schemas.openxmlformats.org/officeDocument/2006/relationships" id="262" r:id="Rdb0b4fb3097b425d"/>
    <p:sldId xmlns:r="http://schemas.openxmlformats.org/officeDocument/2006/relationships" id="263" r:id="Rd4a2170d8c5b4c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ef535969c458b" /><Relationship Type="http://schemas.openxmlformats.org/officeDocument/2006/relationships/slideMaster" Target="/ppt/slideMasters/slideMaster1.xml" Id="Rfe5bb3b1ba5a4ea9" /><Relationship Type="http://schemas.openxmlformats.org/officeDocument/2006/relationships/notesMaster" Target="/ppt/notesMasters/notesMaster1.xml" Id="Rbc51134fcecb4a35" /><Relationship Type="http://schemas.openxmlformats.org/officeDocument/2006/relationships/presProps" Target="/ppt/presProps.xml" Id="R02458e70fa504d78" /><Relationship Type="http://schemas.openxmlformats.org/officeDocument/2006/relationships/tableStyles" Target="/ppt/tableStyles.xml" Id="R07be4541fd1c42e2" /><Relationship Type="http://schemas.openxmlformats.org/officeDocument/2006/relationships/slide" Target="/ppt/slides/slide1.xml" Id="R587f57183d854056" /><Relationship Type="http://schemas.openxmlformats.org/officeDocument/2006/relationships/slide" Target="/ppt/slides/slide2.xml" Id="R6a3297298f9f401c" /><Relationship Type="http://schemas.openxmlformats.org/officeDocument/2006/relationships/slide" Target="/ppt/slides/slide3.xml" Id="Rb7722d0464bd494d" /><Relationship Type="http://schemas.openxmlformats.org/officeDocument/2006/relationships/slide" Target="/ppt/slides/slide4.xml" Id="R4b5afd35197044fd" /><Relationship Type="http://schemas.openxmlformats.org/officeDocument/2006/relationships/slide" Target="/ppt/slides/slide5.xml" Id="Re815df6a0ca746ce" /><Relationship Type="http://schemas.openxmlformats.org/officeDocument/2006/relationships/slide" Target="/ppt/slides/slide6.xml" Id="Rf3ce04b0bfa24a1d" /><Relationship Type="http://schemas.openxmlformats.org/officeDocument/2006/relationships/slide" Target="/ppt/slides/slide7.xml" Id="Rdb0b4fb3097b425d" /><Relationship Type="http://schemas.openxmlformats.org/officeDocument/2006/relationships/slide" Target="/ppt/slides/slide8.xml" Id="Rd4a2170d8c5b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c11e55d3a4d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c7126958b48f6" /><Relationship Type="http://schemas.openxmlformats.org/officeDocument/2006/relationships/notesMaster" Target="/ppt/notesMasters/notesMaster1.xml" Id="R1f137224a372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1d2e3092a4281" /><Relationship Type="http://schemas.openxmlformats.org/officeDocument/2006/relationships/notesMaster" Target="/ppt/notesMasters/notesMaster1.xml" Id="Rda0fb5e9f0734a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f7bca5ec947f6" /><Relationship Type="http://schemas.openxmlformats.org/officeDocument/2006/relationships/notesMaster" Target="/ppt/notesMasters/notesMaster1.xml" Id="R3a9efebaab73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e8bddf8e6e4fd4" /><Relationship Type="http://schemas.openxmlformats.org/officeDocument/2006/relationships/notesMaster" Target="/ppt/notesMasters/notesMaster1.xml" Id="Rdf1f7ecf0f4a40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10603e65604c2d" /><Relationship Type="http://schemas.openxmlformats.org/officeDocument/2006/relationships/notesMaster" Target="/ppt/notesMasters/notesMaster1.xml" Id="Rdee894a1d68440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c5e3eb88d34b6b" /><Relationship Type="http://schemas.openxmlformats.org/officeDocument/2006/relationships/notesMaster" Target="/ppt/notesMasters/notesMaster1.xml" Id="Re7fd7e0f47e7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eef13c0cb418a" /><Relationship Type="http://schemas.openxmlformats.org/officeDocument/2006/relationships/notesMaster" Target="/ppt/notesMasters/notesMaster1.xml" Id="R4a50ed16a8d6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a2ba51375947dc" /><Relationship Type="http://schemas.openxmlformats.org/officeDocument/2006/relationships/notesMaster" Target="/ppt/notesMasters/notesMaster1.xml" Id="R3dbfed85bc2d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docs/architecture.md. This deck describes the repository at commit 0d53e8de2e07f62db710ff1f115dea7625ff5ebd. The hackathon brief is recorded in docs/submission-readiness.md.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groups and problem statement are the product framing for this project. The current fixture data is fictional, as documented in README.md and src/evidence/providers/mock_provider.py.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visual is a textual map of the implemented interface, not a screenshot. UI elements are defined in src/ui/app.py. A captured screenshot was not available because Streamlit is not installed in the current workspace environment; do not represent this slide as a live-run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src/controller/application.py, src/controller/orchestrator.py, src/evidence/agent.py, src/evaluator/adapter.py, src/reporter/report_generator.py, policy.yaml. Diagram shapes remain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requirements.txt; src/extractor/nemotron.py; src/reporter/llm_provider.py; src/controller/application.py; tests/. This slide describes repository dependencies and checked-in tests, not a fresh test run or external service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src/controller/application.py; src/evidence/providers/zetaris_provider.py; src/reporter/llm_provider.py; src/extractor/nemotron.py; docs/submission-readiness.md. These statuses are based on code inspection. No live sponsor services were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src/controller/orchestrator.py; src/evaluator/evaluator.py; src/reporter/report_generator.py; policy.yaml. The deck avoids claiming that this architecture is a unique sponsor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docs/submission-readiness.md and the attached submission-requirements PDF. Track, team roster, pre-existing-work declarations, repository visibility, and actual demo result must be verified by the submitter in HackOS. This deck does not submit or publish anything.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f04fecc4c47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41876a5e640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912a08b5c44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f240f3ed246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39065d5f346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f9fd466d9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A7E915-2AA9-4092-B1CF-5A286DE3F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A5CA6B-34C6-4208-8F93-417D838FA3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62E8ED-8AA0-4898-9C98-EA3AC1809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C5BC63-41E5-4A88-AA74-8A9C827D9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3011D4-67F8-4E3A-9757-B22ECB8C1C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C3D18E-210E-4AF2-9957-6A0FB8F9B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246E13-CF89-4D70-9119-EF5A974AE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051AE7-4B23-46F4-AF23-B92665C409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E84826-DDF3-47AF-A8BD-1B196CDDF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C3048-FD16-42BC-89CD-C4C90338C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2913be11046d8" /><Relationship Type="http://schemas.openxmlformats.org/officeDocument/2006/relationships/slideLayout" Target="/ppt/slideLayouts/slideLayout1.xml" Id="R5af4a68e63b44dc0" /><Relationship Type="http://schemas.openxmlformats.org/officeDocument/2006/relationships/slideLayout" Target="/ppt/slideLayouts/slideLayout2.xml" Id="R07d206a048004317" /><Relationship Type="http://schemas.openxmlformats.org/officeDocument/2006/relationships/slideLayout" Target="/ppt/slideLayouts/slideLayout3.xml" Id="Rdf8ab32a43f54432" /><Relationship Type="http://schemas.openxmlformats.org/officeDocument/2006/relationships/slideLayout" Target="/ppt/slideLayouts/slideLayout4.xml" Id="R698476e5562e49be" /><Relationship Type="http://schemas.openxmlformats.org/officeDocument/2006/relationships/slideLayout" Target="/ppt/slideLayouts/slideLayout5.xml" Id="Rdbcd7ed3764f4b0f" /><Relationship Type="http://schemas.openxmlformats.org/officeDocument/2006/relationships/slideLayout" Target="/ppt/slideLayouts/slideLayout6.xml" Id="Rf21d2de23179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4a68e63b44dc0"/>
    <p:sldLayoutId xmlns:r="http://schemas.openxmlformats.org/officeDocument/2006/relationships" id="2147483650" r:id="R07d206a048004317"/>
    <p:sldLayoutId xmlns:r="http://schemas.openxmlformats.org/officeDocument/2006/relationships" id="2147483651" r:id="Rdf8ab32a43f54432"/>
    <p:sldLayoutId xmlns:r="http://schemas.openxmlformats.org/officeDocument/2006/relationships" id="2147483652" r:id="R698476e5562e49be"/>
    <p:sldLayoutId xmlns:r="http://schemas.openxmlformats.org/officeDocument/2006/relationships" id="2147483653" r:id="Rdbcd7ed3764f4b0f"/>
    <p:sldLayoutId xmlns:r="http://schemas.openxmlformats.org/officeDocument/2006/relationships" id="2147483654" r:id="Rf21d2de23179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6ef45603c413c" /><Relationship Type="http://schemas.openxmlformats.org/officeDocument/2006/relationships/notesSlide" Target="/ppt/notesSlides/notesSlide1.xml" Id="R99409840aa8e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6405470d5414c" /><Relationship Type="http://schemas.openxmlformats.org/officeDocument/2006/relationships/notesSlide" Target="/ppt/notesSlides/notesSlide2.xml" Id="R235df4b990fe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41674b1f74021" /><Relationship Type="http://schemas.openxmlformats.org/officeDocument/2006/relationships/notesSlide" Target="/ppt/notesSlides/notesSlide3.xml" Id="R6791c6ffacc64a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5ac4af6aa4219" /><Relationship Type="http://schemas.openxmlformats.org/officeDocument/2006/relationships/notesSlide" Target="/ppt/notesSlides/notesSlide4.xml" Id="R10c1bb00fea143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59a1c4f0b4800" /><Relationship Type="http://schemas.openxmlformats.org/officeDocument/2006/relationships/notesSlide" Target="/ppt/notesSlides/notesSlide5.xml" Id="Ra29038d6c057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f348a5325443a" /><Relationship Type="http://schemas.openxmlformats.org/officeDocument/2006/relationships/notesSlide" Target="/ppt/notesSlides/notesSlide6.xml" Id="Re7cadc813908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50f927ab344f9" /><Relationship Type="http://schemas.openxmlformats.org/officeDocument/2006/relationships/notesSlide" Target="/ppt/notesSlides/notesSlide7.xml" Id="R67b441b429b2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3b8a588b9455c" /><Relationship Type="http://schemas.openxmlformats.org/officeDocument/2006/relationships/notesSlide" Target="/ppt/notesSlides/notesSlide8.xml" Id="Re414374d54f840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6448F-A29B-46E5-97FA-A3BB7C0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2673F-4C7C-4CBE-AF3F-373FF5C4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Sales-to-support</a:t>
            </a:r>
          </a:p>
          <a:p xmlns:a="http://schemas.openxmlformats.org/drawingml/2006/main">
            <a:pPr algn="l"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handoff risk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895C1-A446-4D54-834D-240B5B9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EF68-4076-465B-8403-2648818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714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A review workflow that keeps clearance tied to evidence and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BA34E-648F-4470-A36D-5C5B9AED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Hackathon submission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48AD1-DEA8-4FF7-89EC-E7F105A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C46B"/>
                </a:solidFill>
                <a:latin typeface="Arial"/>
                <a:ea typeface="Arial"/>
                <a:cs typeface="Arial"/>
              </a:rPr>
              <a:t>Implementation status reflects the synchronized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6A437-196B-4999-AB74-A79A525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27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76696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05838-F168-48DA-A7C5-E8FAFB9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AC42E-AFF4-44A8-B715-85D4E36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Handoff details can hide operational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F65D4-6AA4-4DDF-84D7-A4EAAA1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0975-9112-4161-B50D-6A9686D2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7FA07-B020-435D-9B11-B40308B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64C1B-8DF0-4704-B6D6-AA9EBD97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 handoff can sound complete while its account facts disagree or lack current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D37E-4AE4-4749-A17D-45FACC7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369B1-B8C2-493A-AEA0-8930007E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WHO USES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808DD-E446-4A74-883A-EB673371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Onboarding and support teams reviewing a sales transfer before customer work begins.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9A6FF-87CD-45EE-9515-491E8ED8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WHAT THEY NEED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EC1C9-8FE6-43BC-B467-2F65581D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A traceable view of claims, source evidence, conflicts, missing checks, and next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3E15-CF67-4542-BDA0-F6103E80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C46B"/>
                </a:solidFill>
                <a:latin typeface="Arial"/>
                <a:ea typeface="Arial"/>
                <a:cs typeface="Arial"/>
              </a:rPr>
              <a:t>Current evidence sources in the app are fictional local fixtures.</a:t>
            </a:r>
          </a:p>
        </p:txBody>
      </p:sp>
    </p:spTree>
    <p:extLst>
      <p:ext uri="{BB962C8B-B14F-4D97-AF65-F5344CB8AC3E}">
        <p14:creationId xmlns:p14="http://schemas.microsoft.com/office/powerpoint/2010/main" val="138028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1445D-CC0F-43B5-B7FB-AAF5A791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SOLUTION AND 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C7BC5-20C3-426A-B203-220A0546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One investigation produces an explainable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0D30-945D-41A9-A0FB-EA78AF04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B0593-0A21-48BD-985D-7D5CDA33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AA265-5DDA-414B-9027-E72204A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22687-C18C-4B45-BDF9-23CC28CA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The Streamlit page collects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7038E-3CE4-455C-8177-F666085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Handoff or account ID</a:t>
            </a:r>
          </a:p>
          <a:p xmlns:a="http://schemas.openxmlformats.org/drawingml/2006/main">
            <a: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Account ID</a:t>
            </a:r>
          </a:p>
          <a:p xmlns:a="http://schemas.openxmlformats.org/drawingml/2006/main">
            <a:pPr algn="l">
              <a:defRPr sz="20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Handoff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680F6-1FB5-4A06-A252-616B6B5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050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FE424-44CA-4989-B965-C763C7D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The result view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A7437-3FBD-4651-A5CE-143773D7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Disposition and risk score</a:t>
            </a:r>
          </a:p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Summary and evaluator findings</a:t>
            </a:r>
          </a:p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Evidence provenance and diagnostics</a:t>
            </a:r>
          </a:p>
          <a:p xmlns:a="http://schemas.openxmlformats.org/drawingml/2006/main">
            <a:pPr algn="l">
              <a:defRPr sz="16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Recommended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99AC3-2C16-46D9-9841-B5449FB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E0E51-E7E6-46CC-A2DA-F44BE5B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The reporter summarizes the result. The Orchestrator and Evaluator remain authoritative for clearance.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108BC-9E98-40C1-B2B4-A7AC7111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C46B"/>
                </a:solidFill>
                <a:latin typeface="Arial"/>
                <a:ea typeface="Arial"/>
                <a:cs typeface="Arial"/>
              </a:rPr>
              <a:t>The installed Streamlit package was unavailable in this workspace, so this deck does not include a captured application screenshot.</a:t>
            </a:r>
          </a:p>
        </p:txBody>
      </p:sp>
    </p:spTree>
    <p:extLst>
      <p:ext uri="{BB962C8B-B14F-4D97-AF65-F5344CB8AC3E}">
        <p14:creationId xmlns:p14="http://schemas.microsoft.com/office/powerpoint/2010/main" val="1125820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7E88B-638D-4346-B8CD-B4206A51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AGENT WORKFLOW 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2AAC-2660-43AD-9F5D-7A120C80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Deterministic policy code controls the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AE721-83E4-47CF-AA2F-D0A2214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B9AD0-D281-476E-8626-9EB0383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D4FA-D18F-401D-AF75-C4F3C09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44E4-10C7-43CA-8728-BC3C928E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33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4392-0D3C-45C7-82C2-07234E94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85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1  Handoff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79364-8BBC-4694-884F-3608DFC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Streamlit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8B78F-CC87-496F-AB35-6CC94C8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860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2C5D0-E9BE-4DEC-9C1D-923DB3E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47900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33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75878-D192-432B-9A0A-BAB8D1C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685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2  Candidate claims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2C4A5-7B2F-4415-8A92-C918A97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670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Nemotron extractor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83E67-3B39-4973-A7DD-2192D3A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860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C0010-61F5-4AB2-994F-CE5C6879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3341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D2113-1755-4836-8535-7788F7D2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685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3  Account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124CD-EA65-40FE-AF2C-9E60EB0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Local fixture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471AD-5D34-44FE-9C3E-7FDACA5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106EC-DC4D-4EA2-B6A0-81EF141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47900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33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64E7E-92A0-4ED4-A99D-AA80F5C2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76500"/>
            <a:ext cx="1685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4  Claim and policy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B8436-E9EC-4D45-B66A-EB95A37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Orchestrator + Evaluator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E12C3-F4FE-4B8E-B2DD-50296AC8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860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E76A8-D57A-401F-9713-7C982D0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3341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74FC3-610D-4D12-BCEF-D7C9F92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685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5  Review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E179B-01AB-43D3-B7FF-34F54AE9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670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Summary + provenance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DD749-DC12-4915-86D0-0D23756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CLEAR requires explicit evaluator clearance, satisfied mandatory evidence, and no unresolved missing or conflict signals.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38F80-1F43-4377-8DB5-E450ED3B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Failures and unknown evidence status lead to escalation. The local fixture provider supplies no source-status results.</a:t>
            </a:r>
          </a:p>
        </p:txBody>
      </p:sp>
    </p:spTree>
    <p:extLst>
      <p:ext uri="{BB962C8B-B14F-4D97-AF65-F5344CB8AC3E}">
        <p14:creationId xmlns:p14="http://schemas.microsoft.com/office/powerpoint/2010/main" val="2138403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9E603-867D-4F75-B29B-F005661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2178-103B-49D2-8B23-1348C97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Python components separate extraction from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46589-CC28-49BE-A3F5-3B629E65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733F4-011D-42D6-B34F-341AFF15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2BBA0-4641-443A-8308-971C9CC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C10B8-E640-4974-8D29-3A33EF1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2E511-CC00-4B33-8EA0-6D98351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C061E-B642-4D38-9A71-717355D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Python 3.10+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Streamlit interface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Pydantic contracts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PyYAML policy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3F47D-56BC-407B-95CF-2DF2A27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MODEL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233F7-1D45-43FA-A142-1A43C14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907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AACB-BD39-4ADE-A349-336A2447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Nemotron client uses an OpenAI-compatible endpoint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Optional Nightshift summarizer exists but is disabled by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75440-359E-4B6F-B21B-1E2505C7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POLICY AND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A5C64-AF82-4EFB-BF85-7B137A68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907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01057-B942-404D-A80E-DC0D9EC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Evidence Agent + local JSON fixtures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Deterministic evaluator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Claim-to-evidence validation</a:t>
            </a:r>
          </a:p>
          <a:p xmlns:a="http://schemas.openxmlformats.org/drawingml/2006/main">
            <a:pPr algn="l">
              <a:defRPr sz="15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Citation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AF501-40A0-480C-9397-B816D73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Offline tests cover evaluator, validation, provider, reporter, UI, and integration behavior. No test run is claimed in this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13678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1DBB0-F483-4B98-BB07-31F8871B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SPONSOR TECHNOLOGY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F845-5BEF-43AE-9EAF-7E381FE3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Required sponsor paths are not complete in this checkout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4C530-2482-438E-A266-02BD474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20030-E77C-4FA6-8BE6-D148062C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76863-C0C4-42A7-BAEA-3E6116EF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EE93E-8420-41DE-8316-00742E5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E98D7-6882-4CEF-8E33-D205E4A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8C"/>
                </a:solidFill>
                <a:latin typeface="Arial"/>
                <a:ea typeface="Arial"/>
                <a:cs typeface="Arial"/>
              </a:rPr>
              <a:t>Not integrated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197CB-AC93-4977-85BE-5C2F510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500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No client or live query is wired into the app. The sponsor-named provider file contains fixture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05D45-1AA7-4A49-AEC1-5D8ED6AD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3C195-DF8E-480B-8170-38AE802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METERLESS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12B8A-2AD0-44D1-8696-0D10F84E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94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8C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8C"/>
                </a:solidFill>
                <a:latin typeface="Arial"/>
                <a:ea typeface="Arial"/>
                <a:cs typeface="Arial"/>
              </a:rPr>
              <a:t>Requirements unmet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DEC43-C382-4834-B5CD-ECF2DD0A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500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No Meterless Engine is implemented. The optional Nightshift summarizer is disabled by default and is not primary.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7F519-B47D-430A-B3AA-53B646A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DA71A-E25C-4321-84FC-FAA0EF6F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NVIDIA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D2332-AFDF-4371-8F29-9F89996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95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46B"/>
                </a:solidFill>
                <a:latin typeface="Arial"/>
                <a:ea typeface="Arial"/>
                <a:cs typeface="Arial"/>
              </a:rPr>
              <a:t>Client path 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58249-E193-4C34-95B9-39D8C956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00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Nemotron can support claim extraction through NVIDIA_* settings. A live request through Nightshift is not evidenced.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77D5C-61D1-4D8E-A615-5F393E8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CF006-87AB-4355-9520-A97FE958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C46B"/>
                </a:solidFill>
                <a:latin typeface="Arial"/>
                <a:ea typeface="Arial"/>
                <a:cs typeface="Arial"/>
              </a:rPr>
              <a:t>No Meterless Engine conformance result, Zetaris query trace, or Nightshift request/response is available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301449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EA638-71FE-40BA-9F31-469EF60E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WHAT IS DISTINCTIVE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D2D16-3DDA-4AC0-B120-5A242D4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The safety boundary is explicit and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6C57C-6895-4311-92F5-177FF003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00E42-0AEB-42B2-8D49-308B3EF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3B4F1-63A4-4F95-A128-2D547C30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EF351-FB67-49F6-A6FC-8678275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Candidate claims do not make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CF41B-9807-4FAA-A155-F2A43A6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The extractor proposes structured claims. The Orchestrator links claims to evidence. Deterministic policy rules decide whether evidence is sufficient. The reporter cannot override the disposition.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74944-B7D7-4893-B0A8-A9455F2F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1695E-B745-4EFF-A892-A2308A1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This separation is the project's clearest implemented design choice. It is not a unique use of sponsor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B8188-334C-4A9F-9A0B-0575403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C46B"/>
                </a:solidFill>
                <a:latin typeface="Arial"/>
                <a:ea typeface="Arial"/>
                <a:cs typeface="Arial"/>
              </a:rPr>
              <a:t>Current policy thresholds are provisional. Fixture evidence cannot support live customer decisions.</a:t>
            </a:r>
          </a:p>
        </p:txBody>
      </p:sp>
    </p:spTree>
    <p:extLst>
      <p:ext uri="{BB962C8B-B14F-4D97-AF65-F5344CB8AC3E}">
        <p14:creationId xmlns:p14="http://schemas.microsoft.com/office/powerpoint/2010/main" val="1469784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A26C4-9A71-4F61-8220-6DF6CCD9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FUTURE ENHANCEMENTS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B2D91-BFD2-4DA9-93A3-EBC0DC0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Live integrations and evidence are the next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FF382-EFA9-4187-8F9D-B959633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F8BC0-BBA2-41A3-B20D-D39623E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4C8"/>
                </a:solidFill>
                <a:latin typeface="Arial"/>
                <a:ea typeface="Arial"/>
                <a:cs typeface="Arial"/>
              </a:rPr>
              <a:t>HANDOFF GUARDIAN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FFCD3-0478-42A2-AFE1-3B891D7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1825-0794-44F2-A026-99BC929E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5A1D-07CE-4809-9E80-6D14AD73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66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Connect Zetaris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0551E-221C-467C-B5C9-D5364FE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Implement and verify the account evidence query, provenance mapping, and per-source status contract.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A1837-D5A0-4AB9-B572-619B5F97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155E-C413-431C-A072-3EE3F34D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9B15A-33C7-4E49-BB8A-372CE90D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Use Nightshift with an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F3C1C-7B65-4088-9746-47FFE19C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Make Nightshift the primary AI provider, attach a required Meterless Engine to a feature, and pass a repeatable conformance 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75151-A966-4A99-A070-79D65CC2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D51E2-1008-49CF-BD29-3443271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1D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1D6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F602E-40CB-4542-87D6-C19B19B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Prove the full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0EC17-6D01-4B6A-8A6F-E4A0460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4C8"/>
                </a:solidFill>
                <a:latin typeface="Arial"/>
                <a:ea typeface="Arial"/>
                <a:cs typeface="Arial"/>
              </a:rPr>
              <a:t>Record a real redacted run, show the model and service trace, validate a clean clone, and confirm the public repo and HackOS declarations.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B76BD-9AA1-455D-8C8B-679173E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42C76-4542-4DD3-82E7-F2ED34F2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C4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46B"/>
                </a:solidFill>
                <a:latin typeface="Arial"/>
                <a:ea typeface="Arial"/>
                <a:cs typeface="Arial"/>
              </a:rPr>
              <a:t>Current code is not ready to claim sponsor compliance under the attached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026003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2026-10-27T21:10:48.3120000Z</dcterms:created>
  <dcterms:modified xsi:type="dcterms:W3CDTF">2026-10-27T21:10:48.3120000Z</dcterms:modified>
</coreProperties>
</file>